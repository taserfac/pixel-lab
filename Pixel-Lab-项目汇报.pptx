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58A6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1097280"/>
            <a:ext cx="2286000" cy="2286000"/>
          </a:xfrm>
          <a:prstGeom prst="ellipse">
            <a:avLst/>
          </a:prstGeom>
          <a:solidFill>
            <a:srgbClr val="BC8C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58A6FF">
              <a:alpha val="8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" y="109545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822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Pixel Lab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64592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像素实验室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59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数字图像创作与社区分享平台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645920" y="2834640"/>
            <a:ext cx="228600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45920" y="31089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49E"/>
                </a:solidFill>
              </a:rPr>
              <a:t>技术栈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Vue 3 · Java Servlet · MySQL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49E"/>
                </a:solidFill>
              </a:rPr>
              <a:t>开发周期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2026年6月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49E"/>
                </a:solidFill>
              </a:rPr>
              <a:t>开发者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Augenstern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45920" y="42976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45920" y="4297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全栈项目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017520" y="42976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4297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图像编辑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89120" y="42976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0" y="4297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社区平台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42976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4297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AI集成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2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Project Overview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71600"/>
            <a:ext cx="54864" cy="10972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1732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9D1D9"/>
                </a:solidFill>
              </a:rPr>
              <a:t>Pixel Lab（像素实验室）是一个集图像创作、编辑处理、社区分享于一体的全栈数字艺术平台。用户可以在创意画布上自由绘制、在图像工坊中处理照片、在社区中分享作品并与其他创作者互动交流。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82880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8803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7724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页面路由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51760" y="2743200"/>
            <a:ext cx="182880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8803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5468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278892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API模块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63440" y="2743200"/>
            <a:ext cx="182880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8803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6636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480060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数据表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675120" y="2743200"/>
            <a:ext cx="182880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8803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24" name="Text 18"/>
          <p:cNvSpPr/>
          <p:nvPr/>
        </p:nvSpPr>
        <p:spPr>
          <a:xfrm>
            <a:off x="681228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安全过滤器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0080" y="4114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58A6FF"/>
                </a:solidFill>
              </a:rPr>
              <a:t>核心能力 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Fabric.js 画布绘制引擎 · 8种图像滤镜 · 像素艺术生成 · AI辅助创作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FB950"/>
                </a:solidFill>
              </a:rPr>
              <a:t>社交互动 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点赞/收藏/评论/关注 · 消息通知 · 排行榜 · 作品举报审核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29922"/>
                </a:solidFill>
              </a:rPr>
              <a:t>管理后台 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用户封禁管理 · 内容审核 · 数据统计 · 相册管理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3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029200" cy="8686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71600"/>
            <a:ext cx="54864" cy="868680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前端层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Vue 3 + Vite + Element Plus + Fabric.js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2468880"/>
            <a:ext cx="5029200" cy="8686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468880"/>
            <a:ext cx="54864" cy="868680"/>
          </a:xfrm>
          <a:prstGeom prst="rect">
            <a:avLst/>
          </a:prstGeom>
          <a:solidFill>
            <a:srgbClr val="BC8C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517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后端层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55448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Java 17 Servlet + HikariCP + Jackson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566160"/>
            <a:ext cx="5029200" cy="8686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566160"/>
            <a:ext cx="54864" cy="86868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490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数据层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5448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MySQL 8 · 10张核心数据表 · utf8mb4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926080" y="2377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▼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2926080" y="3474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943600" y="1371600"/>
            <a:ext cx="2926080" cy="6400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0876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Nginx 反向代理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58368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SPA路由回退 + 静态资源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943600" y="2148840"/>
            <a:ext cx="2926080" cy="6400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28600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58368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6层安全过滤器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58368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编码/CORS/日志/鉴权/管理/SPA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943600" y="2926080"/>
            <a:ext cx="2926080" cy="6400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06324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8368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Session认证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58368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Cookie HttpOnly, 7天超时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5943600" y="3703320"/>
            <a:ext cx="2926080" cy="6400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840480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58368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阿里云部署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658368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Ubuntu 22.04 · 2C4G · 5Mbps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4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Technology Stack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58A6FF">
              <a:alpha val="8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60934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  前端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Vue 3 + Composition API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响应式UI框架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Vite 5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极速构建工具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Element Plus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UI组件库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Fabric.js v7.2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Canvas画布引擎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Pinia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状态管理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ECharts 5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数据可视化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vue-i18n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中英文国际化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4343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CropperJS 2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图像裁剪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1280160"/>
            <a:ext cx="393192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029200" y="1508760"/>
            <a:ext cx="457200" cy="457200"/>
          </a:xfrm>
          <a:prstGeom prst="ellipse">
            <a:avLst/>
          </a:prstGeom>
          <a:solidFill>
            <a:srgbClr val="BC8CFF">
              <a:alpha val="80000"/>
            </a:srgbClr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1609344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6235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  后端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502920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 17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主力后端语言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02920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Servlet 4.0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无Spring轻量架构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02920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HikariCP 5.1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高性能连接池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02920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 8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关系型数据库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Jackson 2.17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JSON序列化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02920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jBCrypt 0.4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密码哈希加密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02920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Tomcat 9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Servlet容器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029200" y="4343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DeepSeek API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AI辅助创作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5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前端页面一览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Frontend Pages &amp; Routes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45720" cy="502920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4416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252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首页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103120" y="1252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/dashboard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05840" y="1490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轮播推荐·瀑布流·热门标签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754880" y="1234440"/>
            <a:ext cx="4023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4880" y="1234440"/>
            <a:ext cx="45720" cy="502920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4416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252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创意画布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0" y="1252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/draw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303520" y="1490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全屏绘制·多种工具·草稿保存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57200" y="1856232"/>
            <a:ext cx="4023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9" name="Shape 15"/>
          <p:cNvSpPr/>
          <p:nvPr/>
        </p:nvSpPr>
        <p:spPr>
          <a:xfrm>
            <a:off x="457200" y="1856232"/>
            <a:ext cx="45720" cy="50292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图像工坊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10312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/workbench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005840" y="21122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滤镜·裁剪·像素化·水印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754880" y="1856232"/>
            <a:ext cx="4023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5" name="Shape 20"/>
          <p:cNvSpPr/>
          <p:nvPr/>
        </p:nvSpPr>
        <p:spPr>
          <a:xfrm>
            <a:off x="4754880" y="1856232"/>
            <a:ext cx="45720" cy="502920"/>
          </a:xfrm>
          <a:prstGeom prst="rect">
            <a:avLst/>
          </a:prstGeom>
          <a:solidFill>
            <a:srgbClr val="BC8C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6596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352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社区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0080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/community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5303520" y="21122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瀑布流·标签筛选·搜索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457200" y="2478024"/>
            <a:ext cx="4023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1" name="Shape 25"/>
          <p:cNvSpPr/>
          <p:nvPr/>
        </p:nvSpPr>
        <p:spPr>
          <a:xfrm>
            <a:off x="457200" y="2478024"/>
            <a:ext cx="45720" cy="502920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58775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05840" y="2496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作品详情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2103120" y="2496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/post/:id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1005840" y="27340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点赞·收藏·评论·相似推荐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4754880" y="2478024"/>
            <a:ext cx="4023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7" name="Shape 30"/>
          <p:cNvSpPr/>
          <p:nvPr/>
        </p:nvSpPr>
        <p:spPr>
          <a:xfrm>
            <a:off x="4754880" y="2478024"/>
            <a:ext cx="45720" cy="502920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587752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03520" y="2496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个人中心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400800" y="2496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/personal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5303520" y="27340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作品·收藏·相册·数据统计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457200" y="3099816"/>
            <a:ext cx="4023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3" name="Shape 35"/>
          <p:cNvSpPr/>
          <p:nvPr/>
        </p:nvSpPr>
        <p:spPr>
          <a:xfrm>
            <a:off x="457200" y="3099816"/>
            <a:ext cx="45720" cy="502920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209544"/>
            <a:ext cx="274320" cy="27432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005840" y="3118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创作者主页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2103120" y="3118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/user/:id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1005840" y="33558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作品展示·关注·数据</a:t>
            </a:r>
            <a:endParaRPr lang="en-US" sz="800" dirty="0"/>
          </a:p>
        </p:txBody>
      </p:sp>
      <p:sp>
        <p:nvSpPr>
          <p:cNvPr id="48" name="Shape 39"/>
          <p:cNvSpPr/>
          <p:nvPr/>
        </p:nvSpPr>
        <p:spPr>
          <a:xfrm>
            <a:off x="4754880" y="3099816"/>
            <a:ext cx="4023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9" name="Shape 40"/>
          <p:cNvSpPr/>
          <p:nvPr/>
        </p:nvSpPr>
        <p:spPr>
          <a:xfrm>
            <a:off x="4754880" y="3099816"/>
            <a:ext cx="45720" cy="50292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209544"/>
            <a:ext cx="274320" cy="27432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5303520" y="3118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发现创作者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6400800" y="3118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/creators</a:t>
            </a:r>
            <a:endParaRPr lang="en-US" sz="800" dirty="0"/>
          </a:p>
        </p:txBody>
      </p:sp>
      <p:sp>
        <p:nvSpPr>
          <p:cNvPr id="53" name="Text 43"/>
          <p:cNvSpPr/>
          <p:nvPr/>
        </p:nvSpPr>
        <p:spPr>
          <a:xfrm>
            <a:off x="5303520" y="33558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推荐·已关注</a:t>
            </a:r>
            <a:endParaRPr lang="en-US" sz="800" dirty="0"/>
          </a:p>
        </p:txBody>
      </p:sp>
      <p:sp>
        <p:nvSpPr>
          <p:cNvPr id="54" name="Shape 44"/>
          <p:cNvSpPr/>
          <p:nvPr/>
        </p:nvSpPr>
        <p:spPr>
          <a:xfrm>
            <a:off x="457200" y="3721608"/>
            <a:ext cx="4023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5" name="Shape 45"/>
          <p:cNvSpPr/>
          <p:nvPr/>
        </p:nvSpPr>
        <p:spPr>
          <a:xfrm>
            <a:off x="457200" y="3721608"/>
            <a:ext cx="45720" cy="502920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831336"/>
            <a:ext cx="274320" cy="274320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1005840" y="37398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排行榜</a:t>
            </a:r>
            <a:endParaRPr lang="en-US" sz="1100" dirty="0"/>
          </a:p>
        </p:txBody>
      </p:sp>
      <p:sp>
        <p:nvSpPr>
          <p:cNvPr id="58" name="Text 47"/>
          <p:cNvSpPr/>
          <p:nvPr/>
        </p:nvSpPr>
        <p:spPr>
          <a:xfrm>
            <a:off x="2103120" y="37398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/ranking</a:t>
            </a:r>
            <a:endParaRPr lang="en-US" sz="800" dirty="0"/>
          </a:p>
        </p:txBody>
      </p:sp>
      <p:sp>
        <p:nvSpPr>
          <p:cNvPr id="59" name="Text 48"/>
          <p:cNvSpPr/>
          <p:nvPr/>
        </p:nvSpPr>
        <p:spPr>
          <a:xfrm>
            <a:off x="100584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周榜·月榜·总榜</a:t>
            </a:r>
            <a:endParaRPr lang="en-US" sz="800" dirty="0"/>
          </a:p>
        </p:txBody>
      </p:sp>
      <p:sp>
        <p:nvSpPr>
          <p:cNvPr id="60" name="Shape 49"/>
          <p:cNvSpPr/>
          <p:nvPr/>
        </p:nvSpPr>
        <p:spPr>
          <a:xfrm>
            <a:off x="4754880" y="3721608"/>
            <a:ext cx="4023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1" name="Shape 50"/>
          <p:cNvSpPr/>
          <p:nvPr/>
        </p:nvSpPr>
        <p:spPr>
          <a:xfrm>
            <a:off x="4754880" y="3721608"/>
            <a:ext cx="45720" cy="502920"/>
          </a:xfrm>
          <a:prstGeom prst="rect">
            <a:avLst/>
          </a:prstGeom>
          <a:solidFill>
            <a:srgbClr val="BC8CFF"/>
          </a:solidFill>
          <a:ln/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831336"/>
            <a:ext cx="274320" cy="274320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5303520" y="37398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教程</a:t>
            </a:r>
            <a:endParaRPr lang="en-US" sz="1100" dirty="0"/>
          </a:p>
        </p:txBody>
      </p:sp>
      <p:sp>
        <p:nvSpPr>
          <p:cNvPr id="64" name="Text 52"/>
          <p:cNvSpPr/>
          <p:nvPr/>
        </p:nvSpPr>
        <p:spPr>
          <a:xfrm>
            <a:off x="6400800" y="37398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/tutorials</a:t>
            </a:r>
            <a:endParaRPr lang="en-US" sz="800" dirty="0"/>
          </a:p>
        </p:txBody>
      </p:sp>
      <p:sp>
        <p:nvSpPr>
          <p:cNvPr id="65" name="Text 53"/>
          <p:cNvSpPr/>
          <p:nvPr/>
        </p:nvSpPr>
        <p:spPr>
          <a:xfrm>
            <a:off x="530352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12个绘画分类·搜索</a:t>
            </a:r>
            <a:endParaRPr lang="en-US" sz="800" dirty="0"/>
          </a:p>
        </p:txBody>
      </p:sp>
      <p:sp>
        <p:nvSpPr>
          <p:cNvPr id="66" name="Shape 54"/>
          <p:cNvSpPr/>
          <p:nvPr/>
        </p:nvSpPr>
        <p:spPr>
          <a:xfrm>
            <a:off x="457200" y="4343400"/>
            <a:ext cx="4023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7" name="Shape 55"/>
          <p:cNvSpPr/>
          <p:nvPr/>
        </p:nvSpPr>
        <p:spPr>
          <a:xfrm>
            <a:off x="457200" y="4343400"/>
            <a:ext cx="45720" cy="502920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4453128"/>
            <a:ext cx="274320" cy="274320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1005840" y="4361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管理后台</a:t>
            </a:r>
            <a:endParaRPr lang="en-US" sz="1100" dirty="0"/>
          </a:p>
        </p:txBody>
      </p:sp>
      <p:sp>
        <p:nvSpPr>
          <p:cNvPr id="70" name="Text 57"/>
          <p:cNvSpPr/>
          <p:nvPr/>
        </p:nvSpPr>
        <p:spPr>
          <a:xfrm>
            <a:off x="2103120" y="4361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/admin</a:t>
            </a:r>
            <a:endParaRPr lang="en-US" sz="800" dirty="0"/>
          </a:p>
        </p:txBody>
      </p:sp>
      <p:sp>
        <p:nvSpPr>
          <p:cNvPr id="71" name="Text 58"/>
          <p:cNvSpPr/>
          <p:nvPr/>
        </p:nvSpPr>
        <p:spPr>
          <a:xfrm>
            <a:off x="1005840" y="4599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用户·内容·举报·统计</a:t>
            </a:r>
            <a:endParaRPr lang="en-US" sz="800" dirty="0"/>
          </a:p>
        </p:txBody>
      </p:sp>
      <p:sp>
        <p:nvSpPr>
          <p:cNvPr id="72" name="Shape 59"/>
          <p:cNvSpPr/>
          <p:nvPr/>
        </p:nvSpPr>
        <p:spPr>
          <a:xfrm>
            <a:off x="4754880" y="4343400"/>
            <a:ext cx="4023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73" name="Shape 60"/>
          <p:cNvSpPr/>
          <p:nvPr/>
        </p:nvSpPr>
        <p:spPr>
          <a:xfrm>
            <a:off x="4754880" y="4343400"/>
            <a:ext cx="45720" cy="502920"/>
          </a:xfrm>
          <a:prstGeom prst="rect">
            <a:avLst/>
          </a:prstGeom>
          <a:solidFill>
            <a:srgbClr val="8B949E"/>
          </a:solidFill>
          <a:ln/>
        </p:spPr>
      </p:sp>
      <p:pic>
        <p:nvPicPr>
          <p:cNvPr id="7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4453128"/>
            <a:ext cx="274320" cy="274320"/>
          </a:xfrm>
          <a:prstGeom prst="rect">
            <a:avLst/>
          </a:prstGeom>
        </p:spPr>
      </p:pic>
      <p:sp>
        <p:nvSpPr>
          <p:cNvPr id="75" name="Text 61"/>
          <p:cNvSpPr/>
          <p:nvPr/>
        </p:nvSpPr>
        <p:spPr>
          <a:xfrm>
            <a:off x="5303520" y="4361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设置</a:t>
            </a:r>
            <a:endParaRPr lang="en-US" sz="1100" dirty="0"/>
          </a:p>
        </p:txBody>
      </p:sp>
      <p:sp>
        <p:nvSpPr>
          <p:cNvPr id="76" name="Text 62"/>
          <p:cNvSpPr/>
          <p:nvPr/>
        </p:nvSpPr>
        <p:spPr>
          <a:xfrm>
            <a:off x="6400800" y="4361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/settings</a:t>
            </a:r>
            <a:endParaRPr lang="en-US" sz="800" dirty="0"/>
          </a:p>
        </p:txBody>
      </p:sp>
      <p:sp>
        <p:nvSpPr>
          <p:cNvPr id="77" name="Text 63"/>
          <p:cNvSpPr/>
          <p:nvPr/>
        </p:nvSpPr>
        <p:spPr>
          <a:xfrm>
            <a:off x="5303520" y="4599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资料·密码·主题·语言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6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"/>
            <a:ext cx="548640" cy="548640"/>
          </a:xfrm>
          <a:prstGeom prst="ellipse">
            <a:avLst/>
          </a:prstGeom>
          <a:solidFill>
            <a:srgbClr val="58A6FF">
              <a:alpha val="8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395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创意画布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258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Creative Canvas — 全屏沉浸式绘制编辑器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绘图工具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画笔工具 (B)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自定义颜色和笔刷大小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2139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橡皮擦 (E)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独立大小设置，精确擦除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形状工具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矩形/圆形（实心/空心）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线条/箭头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直线和箭头绘制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3072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文字工具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画布上添加文字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选择工具 (V)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移动/缩放/旋转对象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3694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撤销/重做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Ctrl+Z / Ctrl+Y 历史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草稿保存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  自动保存，退出确认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快捷键支持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B — 画笔  |  E — 橡皮擦  |  V — 选择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0" y="20848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Delete — 删除选中  |  Ctrl+S — 保存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0" y="23408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Ctrl+Z — 撤销  |  Ctrl+Y — 重做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2834640"/>
            <a:ext cx="3931920" cy="54864"/>
          </a:xfrm>
          <a:prstGeom prst="rect">
            <a:avLst/>
          </a:prstGeom>
          <a:solidFill>
            <a:srgbClr val="F778BA"/>
          </a:solidFill>
          <a:ln/>
        </p:spPr>
      </p:sp>
      <p:sp>
        <p:nvSpPr>
          <p:cNvPr id="27" name="Shape 24"/>
          <p:cNvSpPr/>
          <p:nvPr/>
        </p:nvSpPr>
        <p:spPr>
          <a:xfrm>
            <a:off x="5029200" y="3063240"/>
            <a:ext cx="365760" cy="365760"/>
          </a:xfrm>
          <a:prstGeom prst="ellipse">
            <a:avLst/>
          </a:prstGeom>
          <a:solidFill>
            <a:srgbClr val="F778BA">
              <a:alpha val="80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667" y="3143707"/>
            <a:ext cx="204826" cy="20482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53212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78BA"/>
                </a:solidFill>
              </a:rPr>
              <a:t>AI 智能辅助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5029200" y="3520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DeepSeek API 集成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发送画布内容 + 文字提示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获取绘制建议和优化方案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PICO-8 调色板像素艺术生成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7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"/>
            <a:ext cx="548640" cy="548640"/>
          </a:xfrm>
          <a:prstGeom prst="ellipse">
            <a:avLst/>
          </a:prstGeom>
          <a:solidFill>
            <a:srgbClr val="3FB950">
              <a:alpha val="8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395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图像工坊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258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Image Workshop — 一站式图像处理工具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606040" cy="20116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188720"/>
            <a:ext cx="260604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371600"/>
            <a:ext cx="320040" cy="320040"/>
          </a:xfrm>
          <a:prstGeom prst="ellipse">
            <a:avLst/>
          </a:prstGeom>
          <a:solidFill>
            <a:srgbClr val="BC8CFF">
              <a:alpha val="8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89" y="1442009"/>
            <a:ext cx="179222" cy="1792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8种滤镜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1828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灰度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828800" y="1828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复古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31520" y="2103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反转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828800" y="2103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模糊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3152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锐化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82880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暖色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31520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冷色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828800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像素化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246120" y="1188720"/>
            <a:ext cx="2606040" cy="20116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46120" y="1188720"/>
            <a:ext cx="260604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3" name="Shape 19"/>
          <p:cNvSpPr/>
          <p:nvPr/>
        </p:nvSpPr>
        <p:spPr>
          <a:xfrm>
            <a:off x="3429000" y="1371600"/>
            <a:ext cx="320040" cy="320040"/>
          </a:xfrm>
          <a:prstGeom prst="ellipse">
            <a:avLst/>
          </a:prstGeom>
          <a:solidFill>
            <a:srgbClr val="58A6FF">
              <a:alpha val="80000"/>
            </a:srgb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409" y="1442009"/>
            <a:ext cx="179222" cy="17922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8404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图像调整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520440" y="1828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亮度调节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3520440" y="20848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对比度调节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520440" y="23408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饱和度调节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520440" y="2596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图像裁剪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3520440" y="2852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自由旋转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035040" y="1188720"/>
            <a:ext cx="2651760" cy="20116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035040" y="1188720"/>
            <a:ext cx="265176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3" name="Shape 28"/>
          <p:cNvSpPr/>
          <p:nvPr/>
        </p:nvSpPr>
        <p:spPr>
          <a:xfrm>
            <a:off x="6217920" y="1371600"/>
            <a:ext cx="320040" cy="320040"/>
          </a:xfrm>
          <a:prstGeom prst="ellipse">
            <a:avLst/>
          </a:prstGeom>
          <a:solidFill>
            <a:srgbClr val="3FB950">
              <a:alpha val="80000"/>
            </a:srgbClr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329" y="1442009"/>
            <a:ext cx="179222" cy="17922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6294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导出功能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6309360" y="1828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PNG 格式导出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6309360" y="20848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JPG 格式导出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6309360" y="23408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WebP 格式导出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6309360" y="2596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草稿自动保存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6309360" y="2852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社区一键分享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457200" y="3383280"/>
            <a:ext cx="54864" cy="128016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43" name="Text 37"/>
          <p:cNvSpPr/>
          <p:nvPr/>
        </p:nvSpPr>
        <p:spPr>
          <a:xfrm>
            <a:off x="7315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</a:rPr>
              <a:t>高级功能</a:t>
            </a:r>
            <a:endParaRPr lang="en-US" sz="1400" dirty="0"/>
          </a:p>
        </p:txBody>
      </p:sp>
      <p:sp>
        <p:nvSpPr>
          <p:cNvPr id="44" name="Text 38"/>
          <p:cNvSpPr/>
          <p:nvPr/>
        </p:nvSpPr>
        <p:spPr>
          <a:xfrm>
            <a:off x="731520" y="38404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58A6FF"/>
                </a:solidFill>
              </a:rPr>
              <a:t>像素艺术生成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自定义分辨率 + 颜色调色板量化算法，一键将照片转为像素风格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FB950"/>
                </a:solidFill>
              </a:rPr>
              <a:t>文字叠加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自定义字体、大小、颜色、位置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BC8CFF"/>
                </a:solidFill>
              </a:rPr>
              <a:t>水印功能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9宫格定位，自定义透明度和大小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778BA"/>
                </a:solidFill>
              </a:rPr>
              <a:t>图像上传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客户端压缩 + 标签说明编辑 + 可见性控制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8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"/>
            <a:ext cx="548640" cy="548640"/>
          </a:xfrm>
          <a:prstGeom prst="ellipse">
            <a:avLst/>
          </a:prstGeom>
          <a:solidFill>
            <a:srgbClr val="F85149">
              <a:alpha val="8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395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社区与社交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258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Community &amp; Social Features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572000" cy="5943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1188720"/>
            <a:ext cx="45720" cy="594360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瀑布流作品展示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9728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自定义StableMasonry布局，无限滚动不回流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" y="1901952"/>
            <a:ext cx="4572000" cy="5943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" y="1901952"/>
            <a:ext cx="45720" cy="59436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391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1947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搜索与筛选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97280" y="2221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关键词搜索 + 标签筛选 + 最新/最热/浏览排序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57200" y="2615184"/>
            <a:ext cx="4572000" cy="5943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2615184"/>
            <a:ext cx="45720" cy="594360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5234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2660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互动功能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97280" y="2935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点赞、收藏、评论（支持嵌套回复）、举报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57200" y="3328416"/>
            <a:ext cx="4572000" cy="5943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4" name="Shape 18"/>
          <p:cNvSpPr/>
          <p:nvPr/>
        </p:nvSpPr>
        <p:spPr>
          <a:xfrm>
            <a:off x="457200" y="3328416"/>
            <a:ext cx="45720" cy="594360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46557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97280" y="3374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创作者关注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097280" y="3648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关注/取关、粉丝列表、关注动态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57200" y="4041648"/>
            <a:ext cx="4572000" cy="5943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9" name="Shape 22"/>
          <p:cNvSpPr/>
          <p:nvPr/>
        </p:nvSpPr>
        <p:spPr>
          <a:xfrm>
            <a:off x="457200" y="4041648"/>
            <a:ext cx="45720" cy="594360"/>
          </a:xfrm>
          <a:prstGeom prst="rect">
            <a:avLst/>
          </a:prstGeom>
          <a:solidFill>
            <a:srgbClr val="BC8CF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178808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97280" y="4087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消息通知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1097280" y="4361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点赞/评论/关注/回复通知，已读状态持久化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5303520" y="1188720"/>
            <a:ext cx="3383280" cy="16459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5303520" y="1188720"/>
            <a:ext cx="3383280" cy="5486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5" name="Shape 27"/>
          <p:cNvSpPr/>
          <p:nvPr/>
        </p:nvSpPr>
        <p:spPr>
          <a:xfrm>
            <a:off x="5486400" y="1371600"/>
            <a:ext cx="320040" cy="320040"/>
          </a:xfrm>
          <a:prstGeom prst="ellipse">
            <a:avLst/>
          </a:prstGeom>
          <a:solidFill>
            <a:srgbClr val="D29922">
              <a:alpha val="80000"/>
            </a:srgbClr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6809" y="1442009"/>
            <a:ext cx="179222" cy="17922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9436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</a:rPr>
              <a:t>排行榜系统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5577840" y="1828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周排行榜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月排行榜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总排行榜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按点赞数和浏览量综合排名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5303520" y="3017520"/>
            <a:ext cx="3383280" cy="16459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5303520" y="3017520"/>
            <a:ext cx="338328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1" name="Shape 32"/>
          <p:cNvSpPr/>
          <p:nvPr/>
        </p:nvSpPr>
        <p:spPr>
          <a:xfrm>
            <a:off x="5486400" y="3200400"/>
            <a:ext cx="320040" cy="320040"/>
          </a:xfrm>
          <a:prstGeom prst="ellipse">
            <a:avLst/>
          </a:prstGeom>
          <a:solidFill>
            <a:srgbClr val="BC8CFF">
              <a:alpha val="80000"/>
            </a:srgbClr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6809" y="3270809"/>
            <a:ext cx="179222" cy="17922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9436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</a:rPr>
              <a:t>相册系统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5577840" y="3657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创建/编辑/删除相册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添加/移除/排序作品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单图描述编辑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公开/私密可见性控制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9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"/>
            <a:ext cx="548640" cy="548640"/>
          </a:xfrm>
          <a:prstGeom prst="ellipse">
            <a:avLst/>
          </a:prstGeom>
          <a:solidFill>
            <a:srgbClr val="BC8CFF">
              <a:alpha val="8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395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后端架构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258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Java Servlet Backend Architecture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Servlet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URL Pattern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功能说明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554480"/>
            <a:ext cx="8229600" cy="34747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1554480"/>
            <a:ext cx="36576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1554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AuthServlet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43200" y="1554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/api/auth/*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54880" y="1554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登录/注册/用户信息/头像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1938528"/>
            <a:ext cx="822960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" y="1938528"/>
            <a:ext cx="36576" cy="3474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1938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ImageServlet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743200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/api/images/*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54880" y="1938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上传/列表/删除/可见性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2322576"/>
            <a:ext cx="8229600" cy="34747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" y="2322576"/>
            <a:ext cx="36576" cy="34747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23225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CommunityServlet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743200" y="2322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/api/community/*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54880" y="2322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作品流/详情/评论/点赞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2706624"/>
            <a:ext cx="822960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2706624"/>
            <a:ext cx="36576" cy="34747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27066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SocialServlet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743200" y="27066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/api/social/*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54880" y="2706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关注/通知/排行榜/模板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3090672"/>
            <a:ext cx="8229600" cy="34747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3" name="Shape 30"/>
          <p:cNvSpPr/>
          <p:nvPr/>
        </p:nvSpPr>
        <p:spPr>
          <a:xfrm>
            <a:off x="457200" y="3090672"/>
            <a:ext cx="36576" cy="347472"/>
          </a:xfrm>
          <a:prstGeom prst="rect">
            <a:avLst/>
          </a:prstGeom>
          <a:solidFill>
            <a:srgbClr val="F778BA"/>
          </a:solidFill>
          <a:ln/>
        </p:spPr>
      </p:sp>
      <p:sp>
        <p:nvSpPr>
          <p:cNvPr id="34" name="Text 31"/>
          <p:cNvSpPr/>
          <p:nvPr/>
        </p:nvSpPr>
        <p:spPr>
          <a:xfrm>
            <a:off x="640080" y="30906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AlbumServlet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2743200" y="3090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/api/albums/*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754880" y="3090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相册CRUD/图片管理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8" name="Shape 35"/>
          <p:cNvSpPr/>
          <p:nvPr/>
        </p:nvSpPr>
        <p:spPr>
          <a:xfrm>
            <a:off x="457200" y="3474720"/>
            <a:ext cx="36576" cy="34747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9" name="Text 36"/>
          <p:cNvSpPr/>
          <p:nvPr/>
        </p:nvSpPr>
        <p:spPr>
          <a:xfrm>
            <a:off x="640080" y="3474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AdminServlet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2743200" y="3474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/api/admin/*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754880" y="3474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用户/内容/举报管理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57200" y="3858768"/>
            <a:ext cx="8229600" cy="34747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3" name="Shape 40"/>
          <p:cNvSpPr/>
          <p:nvPr/>
        </p:nvSpPr>
        <p:spPr>
          <a:xfrm>
            <a:off x="457200" y="3858768"/>
            <a:ext cx="36576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4" name="Text 41"/>
          <p:cNvSpPr/>
          <p:nvPr/>
        </p:nvSpPr>
        <p:spPr>
          <a:xfrm>
            <a:off x="640080" y="38587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AiServlet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2743200" y="3858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/api/ai/*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754880" y="3858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AI绘画建议/像素生成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57200" y="4242816"/>
            <a:ext cx="822960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8" name="Shape 45"/>
          <p:cNvSpPr/>
          <p:nvPr/>
        </p:nvSpPr>
        <p:spPr>
          <a:xfrm>
            <a:off x="457200" y="4242816"/>
            <a:ext cx="36576" cy="3474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9" name="Text 46"/>
          <p:cNvSpPr/>
          <p:nvPr/>
        </p:nvSpPr>
        <p:spPr>
          <a:xfrm>
            <a:off x="640080" y="42428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TutorialServlet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2743200" y="42428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/api/tutorials/*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754880" y="4242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教程视频/分类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3" name="Text 50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DAO层 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UserDao · ImageDao · CommunityDao · SocialDao · AlbumDao · AdminDao · TutorialDao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10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"/>
            <a:ext cx="548640" cy="548640"/>
          </a:xfrm>
          <a:prstGeom prst="ellipse">
            <a:avLst/>
          </a:prstGeom>
          <a:solidFill>
            <a:srgbClr val="3FB950">
              <a:alpha val="8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395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数据库设计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258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MySQL 8 · 10 Core Tables · utf8mb4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1097280"/>
            <a:ext cx="45720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6888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用户账户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1444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BCrypt密码 · 软删除 · 封禁系统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402336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4" name="Shape 11"/>
          <p:cNvSpPr/>
          <p:nvPr/>
        </p:nvSpPr>
        <p:spPr>
          <a:xfrm>
            <a:off x="4754880" y="1097280"/>
            <a:ext cx="45720" cy="640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6656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图片/作品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1444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标签 · 计数器 · 状态管理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1847088"/>
            <a:ext cx="402336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9" name="Shape 16"/>
          <p:cNvSpPr/>
          <p:nvPr/>
        </p:nvSpPr>
        <p:spPr>
          <a:xfrm>
            <a:off x="457200" y="1847088"/>
            <a:ext cx="45720" cy="64008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46888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点赞关系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用户-图片唯一约束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754880" y="1847088"/>
            <a:ext cx="402336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4" name="Shape 21"/>
          <p:cNvSpPr/>
          <p:nvPr/>
        </p:nvSpPr>
        <p:spPr>
          <a:xfrm>
            <a:off x="4754880" y="1847088"/>
            <a:ext cx="45720" cy="64008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5" name="Text 22"/>
          <p:cNvSpPr/>
          <p:nvPr/>
        </p:nvSpPr>
        <p:spPr>
          <a:xfrm>
            <a:off x="493776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6656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收藏关系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93776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书签/收藏夹功能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57200" y="2596896"/>
            <a:ext cx="402336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2596896"/>
            <a:ext cx="45720" cy="6400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2642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468880" y="2642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评论系统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40080" y="2944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自引用嵌套回复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754880" y="2596896"/>
            <a:ext cx="402336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4" name="Shape 31"/>
          <p:cNvSpPr/>
          <p:nvPr/>
        </p:nvSpPr>
        <p:spPr>
          <a:xfrm>
            <a:off x="4754880" y="2596896"/>
            <a:ext cx="45720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5" name="Text 32"/>
          <p:cNvSpPr/>
          <p:nvPr/>
        </p:nvSpPr>
        <p:spPr>
          <a:xfrm>
            <a:off x="4937760" y="2642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766560" y="2642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关注关系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937760" y="2944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粉丝/关注者双向查询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57200" y="3346704"/>
            <a:ext cx="402336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9" name="Shape 36"/>
          <p:cNvSpPr/>
          <p:nvPr/>
        </p:nvSpPr>
        <p:spPr>
          <a:xfrm>
            <a:off x="457200" y="3346704"/>
            <a:ext cx="45720" cy="640080"/>
          </a:xfrm>
          <a:prstGeom prst="rect">
            <a:avLst/>
          </a:prstGeom>
          <a:solidFill>
            <a:srgbClr val="F778BA"/>
          </a:solidFill>
          <a:ln/>
        </p:spPr>
      </p:sp>
      <p:sp>
        <p:nvSpPr>
          <p:cNvPr id="40" name="Text 37"/>
          <p:cNvSpPr/>
          <p:nvPr/>
        </p:nvSpPr>
        <p:spPr>
          <a:xfrm>
            <a:off x="640080" y="3392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468880" y="3392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消息通知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40080" y="3694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多类型 · 已读状态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4754880" y="3346704"/>
            <a:ext cx="402336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4" name="Shape 41"/>
          <p:cNvSpPr/>
          <p:nvPr/>
        </p:nvSpPr>
        <p:spPr>
          <a:xfrm>
            <a:off x="4754880" y="3346704"/>
            <a:ext cx="45720" cy="640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5" name="Text 42"/>
          <p:cNvSpPr/>
          <p:nvPr/>
        </p:nvSpPr>
        <p:spPr>
          <a:xfrm>
            <a:off x="4937760" y="3392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albums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766560" y="3392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相册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937760" y="3694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公开/私密 · 封面图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457200" y="4096512"/>
            <a:ext cx="402336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9" name="Shape 46"/>
          <p:cNvSpPr/>
          <p:nvPr/>
        </p:nvSpPr>
        <p:spPr>
          <a:xfrm>
            <a:off x="457200" y="4096512"/>
            <a:ext cx="45720" cy="64008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50" name="Text 47"/>
          <p:cNvSpPr/>
          <p:nvPr/>
        </p:nvSpPr>
        <p:spPr>
          <a:xfrm>
            <a:off x="640080" y="4142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album_images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2468880" y="4142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相册-图片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40080" y="4443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排序 · 单图描述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4754880" y="4096512"/>
            <a:ext cx="402336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4" name="Shape 51"/>
          <p:cNvSpPr/>
          <p:nvPr/>
        </p:nvSpPr>
        <p:spPr>
          <a:xfrm>
            <a:off x="4754880" y="4096512"/>
            <a:ext cx="45720" cy="64008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5" name="Text 52"/>
          <p:cNvSpPr/>
          <p:nvPr/>
        </p:nvSpPr>
        <p:spPr>
          <a:xfrm>
            <a:off x="4937760" y="4142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6766560" y="4142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举报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4937760" y="4443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审核工作流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11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"/>
            <a:ext cx="548640" cy="548640"/>
          </a:xfrm>
          <a:prstGeom prst="ellipse">
            <a:avLst/>
          </a:prstGeom>
          <a:solidFill>
            <a:srgbClr val="F85149">
              <a:alpha val="8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395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管理后台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258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Admin Panel — 平台运营管理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4023360" cy="17373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97280"/>
            <a:ext cx="402336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58A6FF">
              <a:alpha val="8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" y="1360627"/>
            <a:ext cx="204826" cy="204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用户管理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17373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用户搜索与筛选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31520" y="19385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封禁（3/7/30天/永久）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31520" y="21396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封禁原因说明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31520" y="23408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角色变更（普通/管理员）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31520" y="25420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解封操作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54880" y="1097280"/>
            <a:ext cx="4023360" cy="17373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54880" y="1097280"/>
            <a:ext cx="402336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Shape 16"/>
          <p:cNvSpPr/>
          <p:nvPr/>
        </p:nvSpPr>
        <p:spPr>
          <a:xfrm>
            <a:off x="4937760" y="1280160"/>
            <a:ext cx="365760" cy="365760"/>
          </a:xfrm>
          <a:prstGeom prst="ellipse">
            <a:avLst/>
          </a:prstGeom>
          <a:solidFill>
            <a:srgbClr val="3FB950">
              <a:alpha val="80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227" y="1360627"/>
            <a:ext cx="204826" cy="20482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4068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内容管理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029200" y="17373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图片搜索与状态筛选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029200" y="19385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作品封禁/解封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029200" y="21396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违规内容删除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029200" y="23408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相册管理与封禁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029200" y="25420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批量操作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57200" y="3017520"/>
            <a:ext cx="4023360" cy="17373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57200" y="3017520"/>
            <a:ext cx="4023360" cy="5486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0" name="Shape 25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D29922">
              <a:alpha val="80000"/>
            </a:srgbClr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" y="3280867"/>
            <a:ext cx="204826" cy="20482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430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举报处理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31520" y="3657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举报列表查看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731520" y="38587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举报详情审核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731520" y="40599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处理/驳回举报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731520" y="4261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关联图片封禁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731520" y="44622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处理记录追踪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4754880" y="3017520"/>
            <a:ext cx="4023360" cy="17373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754880" y="3017520"/>
            <a:ext cx="402336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0" name="Shape 34"/>
          <p:cNvSpPr/>
          <p:nvPr/>
        </p:nvSpPr>
        <p:spPr>
          <a:xfrm>
            <a:off x="4937760" y="3200400"/>
            <a:ext cx="365760" cy="365760"/>
          </a:xfrm>
          <a:prstGeom prst="ellipse">
            <a:avLst/>
          </a:prstGeom>
          <a:solidFill>
            <a:srgbClr val="BC8CFF">
              <a:alpha val="80000"/>
            </a:srgbClr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227" y="3280867"/>
            <a:ext cx="204826" cy="20482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4406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数据统计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5029200" y="3657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平台总用户数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5029200" y="38587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作品上传总量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5029200" y="40599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互动数据统计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5029200" y="4261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在线会话数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5029200" y="44622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趋势分析图表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12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"/>
            <a:ext cx="548640" cy="548640"/>
          </a:xfrm>
          <a:prstGeom prst="ellipse">
            <a:avLst/>
          </a:prstGeom>
          <a:solidFill>
            <a:srgbClr val="D29922">
              <a:alpha val="8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395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部署方案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258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Deployment Architecture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1371600" cy="8229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Internet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用户浏览器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828800" y="1371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103120" y="1188720"/>
            <a:ext cx="1371600" cy="8229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103120" y="1188720"/>
            <a:ext cx="13716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2"/>
          <p:cNvSpPr/>
          <p:nvPr/>
        </p:nvSpPr>
        <p:spPr>
          <a:xfrm>
            <a:off x="210312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Nginx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10312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:80 / :443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474720" y="1371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49040" y="1188720"/>
            <a:ext cx="1371600" cy="8229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49040" y="1188720"/>
            <a:ext cx="137160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7"/>
          <p:cNvSpPr/>
          <p:nvPr/>
        </p:nvSpPr>
        <p:spPr>
          <a:xfrm>
            <a:off x="374904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Tomcat 9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74904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:8080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20640" y="1371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394960" y="1188720"/>
            <a:ext cx="1371600" cy="8229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394960" y="1188720"/>
            <a:ext cx="13716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5" name="Text 22"/>
          <p:cNvSpPr/>
          <p:nvPr/>
        </p:nvSpPr>
        <p:spPr>
          <a:xfrm>
            <a:off x="539496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ROOT.war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39496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Java Servlet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766560" y="1371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040880" y="1188720"/>
            <a:ext cx="1371600" cy="8229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040880" y="1188720"/>
            <a:ext cx="1371600" cy="45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0" name="Text 27"/>
          <p:cNvSpPr/>
          <p:nvPr/>
        </p:nvSpPr>
        <p:spPr>
          <a:xfrm>
            <a:off x="704088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 8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04088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pixel_lab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57200" y="2377440"/>
            <a:ext cx="3931920" cy="22860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7200" y="2377440"/>
            <a:ext cx="393192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4" name="Text 31"/>
          <p:cNvSpPr/>
          <p:nvPr/>
        </p:nvSpPr>
        <p:spPr>
          <a:xfrm>
            <a:off x="73152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服务器配置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31520" y="3017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平台  </a:t>
            </a:r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阿里云轻量应用服务器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31520" y="3310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系统  </a:t>
            </a:r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Ubuntu 22.04 LTS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31520" y="3602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配置  </a:t>
            </a:r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2 vCPU / 4 GB RAM / 5 Mbps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31520" y="3895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域名  </a:t>
            </a:r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支持 HTTPS + SSL证书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31520" y="4187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服务  </a:t>
            </a:r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systemd 托管 Tomcat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754880" y="2377440"/>
            <a:ext cx="3931920" cy="22860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754880" y="2377440"/>
            <a:ext cx="393192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部署脚本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502920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setup-ubuntu22.sh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一键安装 Java/Tomcat/MySQL/Nginx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029200" y="3364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deploy-war.sh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部署WAR + 初始化数据库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029200" y="37124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pixel-lab.conf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Nginx反向代理配置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029200" y="40599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pixel-lab-tomcat.service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systemd服务单元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029200" y="4407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package-release.ps1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49E"/>
                </a:solidFill>
              </a:rPr>
              <a:t>本地打包发布脚本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58A6F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BC8C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457200"/>
            <a:ext cx="731520" cy="731520"/>
          </a:xfrm>
          <a:prstGeom prst="ellipse">
            <a:avLst/>
          </a:prstGeom>
          <a:solidFill>
            <a:srgbClr val="58A6FF">
              <a:alpha val="8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2854" y="61813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项目总结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1965960" cy="13716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286000"/>
            <a:ext cx="196596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2468880"/>
            <a:ext cx="411480" cy="411480"/>
          </a:xfrm>
          <a:prstGeom prst="ellipse">
            <a:avLst/>
          </a:prstGeom>
          <a:solidFill>
            <a:srgbClr val="58A6FF">
              <a:alpha val="8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806" y="2559406"/>
            <a:ext cx="230429" cy="230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创作工具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画布绘制 + 图像工坊 + AI辅助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606040" y="2286000"/>
            <a:ext cx="1965960" cy="13716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606040" y="2286000"/>
            <a:ext cx="196596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Shape 12"/>
          <p:cNvSpPr/>
          <p:nvPr/>
        </p:nvSpPr>
        <p:spPr>
          <a:xfrm>
            <a:off x="3246120" y="2468880"/>
            <a:ext cx="411480" cy="411480"/>
          </a:xfrm>
          <a:prstGeom prst="ellipse">
            <a:avLst/>
          </a:prstGeom>
          <a:solidFill>
            <a:srgbClr val="3FB950">
              <a:alpha val="8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646" y="2559406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697480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社区生态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69748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作品分享 + 互动关注 + 排行榜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754880" y="2286000"/>
            <a:ext cx="1965960" cy="13716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286000"/>
            <a:ext cx="1965960" cy="45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2" name="Shape 17"/>
          <p:cNvSpPr/>
          <p:nvPr/>
        </p:nvSpPr>
        <p:spPr>
          <a:xfrm>
            <a:off x="5394960" y="2468880"/>
            <a:ext cx="411480" cy="411480"/>
          </a:xfrm>
          <a:prstGeom prst="ellipse">
            <a:avLst/>
          </a:prstGeom>
          <a:solidFill>
            <a:srgbClr val="D29922">
              <a:alpha val="80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486" y="2559406"/>
            <a:ext cx="230429" cy="23042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846320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管理运营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84632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用户管理 + 内容审核 + 数据统计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903720" y="2286000"/>
            <a:ext cx="1965960" cy="13716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903720" y="2286000"/>
            <a:ext cx="196596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8" name="Shape 22"/>
          <p:cNvSpPr/>
          <p:nvPr/>
        </p:nvSpPr>
        <p:spPr>
          <a:xfrm>
            <a:off x="7543800" y="2468880"/>
            <a:ext cx="411480" cy="411480"/>
          </a:xfrm>
          <a:prstGeom prst="ellipse">
            <a:avLst/>
          </a:prstGeom>
          <a:solidFill>
            <a:srgbClr val="BC8CFF">
              <a:alpha val="80000"/>
            </a:srgbClr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326" y="2559406"/>
            <a:ext cx="230429" cy="230429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995160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生产就绪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99516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阿里云部署 + Nginx + 自动化脚本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Vue 3 · Fabric.js · Java Servlet · MySQL 8 · DeepSeek AI · 阿里云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60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Pixel Lab 像素实验室 - 项目汇报</dc:title>
  <dc:subject>PptxGenJS Presentation</dc:subject>
  <dc:creator>Augenstern</dc:creator>
  <cp:lastModifiedBy>Augenstern</cp:lastModifiedBy>
  <cp:revision>1</cp:revision>
  <dcterms:created xsi:type="dcterms:W3CDTF">2026-06-20T17:24:33Z</dcterms:created>
  <dcterms:modified xsi:type="dcterms:W3CDTF">2026-06-20T17:24:33Z</dcterms:modified>
</cp:coreProperties>
</file>